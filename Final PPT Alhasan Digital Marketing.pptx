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301" r:id="rId7"/>
    <p:sldId id="276" r:id="rId8"/>
    <p:sldId id="260" r:id="rId9"/>
    <p:sldId id="266" r:id="rId10"/>
    <p:sldId id="305" r:id="rId11"/>
    <p:sldId id="306" r:id="rId12"/>
    <p:sldId id="307" r:id="rId13"/>
    <p:sldId id="308" r:id="rId14"/>
    <p:sldId id="309" r:id="rId15"/>
    <p:sldId id="270" r:id="rId16"/>
    <p:sldId id="279" r:id="rId17"/>
    <p:sldId id="280" r:id="rId18"/>
    <p:sldId id="281" r:id="rId19"/>
    <p:sldId id="282" r:id="rId20"/>
    <p:sldId id="310" r:id="rId21"/>
    <p:sldId id="283" r:id="rId22"/>
    <p:sldId id="284" r:id="rId23"/>
    <p:sldId id="285" r:id="rId24"/>
    <p:sldId id="286" r:id="rId25"/>
    <p:sldId id="287" r:id="rId26"/>
    <p:sldId id="288" r:id="rId27"/>
    <p:sldId id="299" r:id="rId28"/>
    <p:sldId id="289" r:id="rId29"/>
    <p:sldId id="278" r:id="rId30"/>
    <p:sldId id="295" r:id="rId31"/>
    <p:sldId id="290" r:id="rId32"/>
    <p:sldId id="302" r:id="rId33"/>
    <p:sldId id="303" r:id="rId34"/>
    <p:sldId id="304" r:id="rId35"/>
    <p:sldId id="311" r:id="rId36"/>
    <p:sldId id="312" r:id="rId37"/>
    <p:sldId id="313" r:id="rId38"/>
    <p:sldId id="291" r:id="rId39"/>
    <p:sldId id="298" r:id="rId40"/>
    <p:sldId id="292" r:id="rId41"/>
    <p:sldId id="293" r:id="rId42"/>
    <p:sldId id="294" r:id="rId43"/>
    <p:sldId id="264" r:id="rId44"/>
    <p:sldId id="268" r:id="rId45"/>
    <p:sldId id="269" r:id="rId46"/>
    <p:sldId id="272" r:id="rId47"/>
    <p:sldId id="273" r:id="rId48"/>
    <p:sldId id="274" r:id="rId49"/>
    <p:sldId id="263" r:id="rId50"/>
    <p:sldId id="300" r:id="rId51"/>
    <p:sldId id="26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C5D8-B173-D2DC-D458-E314F0CA2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A5E62-0163-58DD-7956-3130CF5E7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08295-F2B9-C758-373B-BC5D9397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455F1-DCCA-41B9-3CB8-C56D6DCE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CC86E-C8BE-EAE8-733E-F1C05C06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7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6F54-E6BE-E5D1-268D-A0275312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192B7-48B1-B85A-2B3C-6627200B5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5D95B-E8B7-2C13-2067-FDF904C5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89D98-7E28-FDB6-4C77-C98AC994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06882-F3F8-AF47-6337-39967ED2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11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F80D-0275-3EA4-DEFE-AA9AA596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668A0-D79D-F167-C051-A1513D9C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95A7B-5178-583D-DA2F-4FA95E91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D9403-8339-28D6-6AF0-15BBF3B8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5C694-925B-1014-678A-5E8FBC4F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35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F574-6D54-E507-15A6-82CA7B7B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BA209-0285-BF3E-4B43-0B020E7D0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64674-D30B-8BCA-C0D1-C38DAC118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07B97-9D7A-BBFB-1C6F-7A3BAE4B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F273F-498B-9D6D-1653-69C4816F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42BC5-7426-0152-A22D-02A3F0DA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889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5F07-F569-3E0C-DBAF-2DE834AA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80ABF-F959-8EC9-3E7C-61191E655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BBB75-2AE3-76A0-BD7F-FA7646DAE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24940-2E9D-A57C-102A-D7402105B2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79BF6-6FA9-46AC-BBD2-EE8C4E31E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0EF29-B631-2922-23B2-C2A11850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6BA403-22A7-D902-893B-1AF000C9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79C9A-E589-628F-F285-8A69CE9D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47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ED52C-7E10-40D3-5622-ED022711E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9521E-7178-1CA8-F30A-15CFE3A9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50A2C9-2D15-4088-3EDD-08282092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2D4DE-7476-54FD-57D3-EB1245E9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04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46BAC-A740-71DC-7E62-680A837E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F8F1D-F771-6CC2-C8BC-99E52A5F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16791-F992-6B16-35E8-6E24A9AC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655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8E237-463D-E47D-F2CF-F92DA37A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C726-0B46-9A82-7847-56972A576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B71E2-4A6E-1E18-8D22-3678EADF7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949F5-1891-0BBB-4F9F-136E70B0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4FEFC-16D3-199D-809C-F10BCF1F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47577-1CB3-52B5-2ACF-ABCFB48A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0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6A8E-300A-1883-91B1-481B4189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694E86-75FD-EBDF-E685-057FE9AD0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A103E-23F8-AD62-2297-7CDEF8833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C641E-5FA8-EBE7-E4BA-3A7AC8E4A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6B5C7-5DB4-B815-F247-6659B856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0B30D-3CE5-021E-731D-31ADE83D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891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849D-0B34-5B22-8AE5-D1BEA788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B182-1106-7B34-E7D5-5A3E843C7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8E9AC-5BDF-8139-999B-21082681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3CEF-8D7F-4D4B-EC61-9E316AA8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F9E48-1218-BC59-B07A-D2076B09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32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A2545-0662-8A85-8DD4-ECB370435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CE0C9-EDB1-3AE6-23BE-8B0A02572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15804-38CA-07EE-B25A-69BB6E3B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F7011-E195-3E9B-3A55-F79DEE2FD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67EE5-7D70-99E3-B18E-73A7EC16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23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5CF73-8741-195A-9403-C584D144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8ED0A-F541-8C7E-3F91-509666BDD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F4184-7901-8177-D164-6E38EA1A1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A779E-69B1-4A6D-A91A-BC30058C187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E625A-6CB4-312C-C9A9-C6BF7CA37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29AC1-1B9B-CFCD-84DC-6E9DE36D9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6A814-B880-40F3-8A19-5269DC144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18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94E1E6-13D9-F467-8300-99214B077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4" descr="Upgrad | Radeontech">
            <a:extLst>
              <a:ext uri="{FF2B5EF4-FFF2-40B4-BE49-F238E27FC236}">
                <a16:creationId xmlns:a16="http://schemas.microsoft.com/office/drawing/2014/main" id="{84BFA7A9-679D-0DA4-75ED-A1AB9B3B65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2"/>
          <a:stretch/>
        </p:blipFill>
        <p:spPr bwMode="auto">
          <a:xfrm>
            <a:off x="-322897" y="0"/>
            <a:ext cx="1724977" cy="139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144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9C6F35-FCFC-5055-B5F2-EDD6F59E6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18640"/>
            <a:ext cx="12192000" cy="867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0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A26DAD67-2BEF-D1EE-3BBA-DD1825E62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58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0B46F0-86B7-2228-11B0-7ABB85937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70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D8A9F7-66FD-EFC1-6906-93B1776B2CC9}"/>
              </a:ext>
            </a:extLst>
          </p:cNvPr>
          <p:cNvSpPr/>
          <p:nvPr/>
        </p:nvSpPr>
        <p:spPr>
          <a:xfrm>
            <a:off x="1786694" y="288189"/>
            <a:ext cx="77337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“What do you observe?”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80CFA3-1CD0-CA74-D6CF-49EF142E9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055" y="1703131"/>
            <a:ext cx="4238625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078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Up 2">
            <a:extLst>
              <a:ext uri="{FF2B5EF4-FFF2-40B4-BE49-F238E27FC236}">
                <a16:creationId xmlns:a16="http://schemas.microsoft.com/office/drawing/2014/main" id="{9C4733E9-4BC4-CA01-FDE4-A531B9D00D41}"/>
              </a:ext>
            </a:extLst>
          </p:cNvPr>
          <p:cNvSpPr/>
          <p:nvPr/>
        </p:nvSpPr>
        <p:spPr>
          <a:xfrm rot="5400000">
            <a:off x="5855365" y="254665"/>
            <a:ext cx="354270" cy="11557000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23A0595E-17CE-F4C6-C921-EC1996E2F480}"/>
              </a:ext>
            </a:extLst>
          </p:cNvPr>
          <p:cNvSpPr/>
          <p:nvPr/>
        </p:nvSpPr>
        <p:spPr>
          <a:xfrm>
            <a:off x="673100" y="438150"/>
            <a:ext cx="355600" cy="5981700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1A24C-396D-BD21-650F-60C56410F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156" y="3606799"/>
            <a:ext cx="2383524" cy="221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EB3334-2119-F4E4-6998-1F3DBCF98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956" y="1904999"/>
            <a:ext cx="2383524" cy="221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3691D0-6C8B-6C84-0802-2DD58491E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956" y="438150"/>
            <a:ext cx="2383524" cy="221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B82B898-3EF1-BDA9-76EF-78CC45E8039F}"/>
              </a:ext>
            </a:extLst>
          </p:cNvPr>
          <p:cNvSpPr/>
          <p:nvPr/>
        </p:nvSpPr>
        <p:spPr>
          <a:xfrm>
            <a:off x="5172326" y="6033165"/>
            <a:ext cx="20920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Time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9B164E-9FB8-E002-E48A-4593F4EA7803}"/>
              </a:ext>
            </a:extLst>
          </p:cNvPr>
          <p:cNvSpPr/>
          <p:nvPr/>
        </p:nvSpPr>
        <p:spPr>
          <a:xfrm rot="16200000">
            <a:off x="-864166" y="2685426"/>
            <a:ext cx="266403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Growth</a:t>
            </a:r>
          </a:p>
        </p:txBody>
      </p:sp>
    </p:spTree>
    <p:extLst>
      <p:ext uri="{BB962C8B-B14F-4D97-AF65-F5344CB8AC3E}">
        <p14:creationId xmlns:p14="http://schemas.microsoft.com/office/powerpoint/2010/main" val="2320962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29DC39-D6DB-6FD3-2A54-D3CA7284E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0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413CD0-2FD0-02AB-CAB2-0366967F7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34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82F48E-22E1-C6D0-535D-C1D7498E6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56"/>
          <a:stretch/>
        </p:blipFill>
        <p:spPr>
          <a:xfrm>
            <a:off x="0" y="0"/>
            <a:ext cx="12192000" cy="69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0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B047FE-34BF-04E6-2437-E50E60926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15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51CF415D-322F-8F13-72FB-D8585F8E9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60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E6D6C7-4CD9-808F-7164-BAA939646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666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7BF14F-24AF-6FAB-7AD1-C246C6BA4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25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234D7-E73F-E79C-ECAD-865274008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76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C11415-6E6E-650D-1074-3B5EF7CCC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04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41BF63-FBC5-E3E0-E3BB-F2D93FAB8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83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rketing funnel&#10;&#10;AI-generated content may be incorrect.">
            <a:extLst>
              <a:ext uri="{FF2B5EF4-FFF2-40B4-BE49-F238E27FC236}">
                <a16:creationId xmlns:a16="http://schemas.microsoft.com/office/drawing/2014/main" id="{EF22CC05-AD65-C1D5-B8CF-437DB769E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21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B20358B3-6C9B-E59F-FA0C-28D0B7449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8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166FF0-8980-29EB-F034-BB12E3631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48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B6D8BF-9F68-4F19-152A-5EAD06D27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63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C2EB8E-CA6A-E772-BF0B-510BD813B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44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21B2A9-253C-FCA3-C264-748A0BF05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84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0CCEA4F7-A971-2D76-C522-B8D6D3DEE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49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0501AC4-6405-10F5-B60F-E77B4FACC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1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BA40CDB6-A966-2C62-106B-69A1F95AC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59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97759ECB-BE08-9C0A-0E55-3D368FFF5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04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B97107-24AC-5929-97C5-43F34FF1E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6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A327BA-5F0C-1159-C7F3-A81554338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02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CC432A-FB87-5C79-3EB1-E79B05464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62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14AF7E-8EBE-B040-4AA9-BC68AD783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294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D5439B-8920-28A9-3A97-DFACFF567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28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59B74843-CC9D-EE3D-D0F9-D99902A1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78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8C332F-2D14-5CC1-5761-34EF43FC4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032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6CF0AC6A-42B7-5D26-366F-4334C25B2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3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9961D7-D619-3A7F-AAF6-3562020EE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847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1E9C50-C8C6-96EE-DA5B-9DB44E8A5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44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0730FEBA-1032-BB70-855F-74DB9FF16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516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17F962-0D07-CE9F-B9C4-138689BF6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48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2C7BC3-2DC4-65F6-9EAF-401738AD3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31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07E88B-9358-8FE2-50E9-1C003F0E3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138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1C5D216-BA6F-019E-CCF9-A261B4903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07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411ADD-D59E-08FC-DF84-C5861F782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838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5F44C250-FD28-3B52-ACFD-F67C41E45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118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4BD922-4128-CC77-5BE5-556806A9E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05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A253F2-A807-A41F-54C4-0AD380F8F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9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E2F0B9-CCE0-A02C-C607-860AA406F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06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17E19B-62CB-5DA0-57FE-C2B75391D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00"/>
          <a:stretch/>
        </p:blipFill>
        <p:spPr>
          <a:xfrm>
            <a:off x="0" y="0"/>
            <a:ext cx="12192000" cy="702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52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4B36785-3381-FE1B-032D-907131AA5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337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890C565-6775-A1C6-DDF2-A7891483F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8" r="2999" b="637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049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71BAF4-8D03-B78C-7679-DA44875FF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FE6615-D08F-2607-D5AE-397CEF700046}"/>
              </a:ext>
            </a:extLst>
          </p:cNvPr>
          <p:cNvSpPr/>
          <p:nvPr/>
        </p:nvSpPr>
        <p:spPr>
          <a:xfrm>
            <a:off x="727415" y="6134695"/>
            <a:ext cx="1073717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Visit on 7</a:t>
            </a:r>
            <a:r>
              <a:rPr lang="en-US" sz="3600" b="1" baseline="30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</a:t>
            </a: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Feb for Session on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42711990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543B6F-EDDF-0C6E-9ED0-D8A1FA2BA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00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17</Words>
  <Application>Microsoft Office PowerPoint</Application>
  <PresentationFormat>Widescreen</PresentationFormat>
  <Paragraphs>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Alhasan Mansuri</dc:creator>
  <cp:lastModifiedBy>Alhasan Mansuri</cp:lastModifiedBy>
  <cp:revision>5</cp:revision>
  <dcterms:created xsi:type="dcterms:W3CDTF">2026-01-30T03:19:37Z</dcterms:created>
  <dcterms:modified xsi:type="dcterms:W3CDTF">2026-02-02T08:47:15Z</dcterms:modified>
</cp:coreProperties>
</file>